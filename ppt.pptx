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5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8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7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7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3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63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6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9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27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9259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62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1168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12/27/2024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346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45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6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32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743F4-8769-40B4-85DF-6CB8DE9F66AA}" type="datetimeFigureOut">
              <a:rPr lang="en-US" smtClean="0"/>
              <a:pPr/>
              <a:t>12/27/2024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99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E970B116-8112-442C-9103-D70316B607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524914" y="3095735"/>
            <a:ext cx="71421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60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Supermarket Analysis</a:t>
            </a:r>
            <a:endParaRPr kumimoji="0" lang="en-US" altLang="en-US" sz="3200" b="1" i="1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82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35360B-875B-4E49-A0DD-CA438FF41597}"/>
              </a:ext>
            </a:extLst>
          </p:cNvPr>
          <p:cNvSpPr txBox="1"/>
          <p:nvPr/>
        </p:nvSpPr>
        <p:spPr>
          <a:xfrm>
            <a:off x="76201" y="92151"/>
            <a:ext cx="11804806" cy="7194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Objective: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To leverage detailed sales data, encompassing order and customer attributes, to analyze key trends and performance metrics such as revenue, profitability, and customer segmentation. The analysis aims to identify: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Regional and segment-specific sales patterns.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High-performing product categories and sub-categories.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 impact of discounts and ship modes on profitability and sales volume.</a:t>
            </a:r>
          </a:p>
          <a:p>
            <a:pPr>
              <a:lnSpc>
                <a:spcPct val="200000"/>
              </a:lnSpc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𝗦𝗸𝗶𝗹𝗹𝘀 𝗔𝗰𝗾𝘂𝗶𝗿𝗲𝗱: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𝗗𝗮𝘁𝗮 𝗖𝗹𝗲𝗮𝗻𝗶𝗻𝗴: Power Query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𝗗𝗮𝘁𝗮 𝗠𝗼𝗱𝗲𝗹𝗶𝗻𝗴: Power Pivot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𝗔𝗱𝘃𝗮𝗻𝗰𝗲𝗱 𝗘𝘅𝗰𝗲𝗹: VLOOKUP, XLOOKUP, INDEX MATCH, if formula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𝗗𝗮𝘁𝗮 𝗔𝗻𝗮𝗹𝘆𝘀𝗶𝘀: Focused on consumer analysis, product category,</a:t>
            </a:r>
            <a:r>
              <a:rPr lang="en-IN" sz="1600" dirty="0"/>
              <a:t> preferences and customer segment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𝗥𝗲𝗽𝗼𝗿𝘁 𝗖𝗿𝗲𝗮𝘁𝗶𝗼𝗻: Built user-friendly and interactive reports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51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70AC38-7346-484B-AC58-F6C6C3B4A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25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0712FA-B31F-43D2-9491-02030DCF46ED}"/>
              </a:ext>
            </a:extLst>
          </p:cNvPr>
          <p:cNvSpPr txBox="1"/>
          <p:nvPr/>
        </p:nvSpPr>
        <p:spPr>
          <a:xfrm>
            <a:off x="506027" y="488272"/>
            <a:ext cx="10227076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store generated a total revenue of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$1,924,337.88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with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East region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contributing the highest revenue and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South region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the lowest.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Corporate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the top-performing segment while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Small Business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has the lowest contribution.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the highest-contributing category with total sales of $712,264.95, driven by strong performance in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West region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($218,867.52).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Furniture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follows closely with $660,704.31, while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Office Supplies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contributes the least ($551,368.62).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Store experienced fluctuations throughout the year, with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February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($305,508.35) and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April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($284,890.72) also contributing strong sales.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an average profit margin of $1,218.66,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furniture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category has the largest profit margin, suggesting a more lucrative product line.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Office Supplies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on the other hand, has the lowest average profit margin, at $626.56, indicating room for cost control or price adjustments.</a:t>
            </a:r>
          </a:p>
          <a:p>
            <a:pPr algn="just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67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CEFC53-2D89-44D9-A109-B12835406BA5}"/>
              </a:ext>
            </a:extLst>
          </p:cNvPr>
          <p:cNvSpPr txBox="1"/>
          <p:nvPr/>
        </p:nvSpPr>
        <p:spPr>
          <a:xfrm>
            <a:off x="541539" y="266330"/>
            <a:ext cx="9747682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Focus efforts on boosting sales in the South region and Small Business segment, as they contribute the least to total revenue.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Additionally, leverage the strong performance of the Corporate segment to identify successful strategies that can be replicated across other segments and regions.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build on this impressive performance, concentrate on growing the Technology sector, which accounts for the largest portion of revenues, especially in the West.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Especially in the South and West, office supply sales are lagging behind both furniture and technology. Take into consideration ways to increase sales.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address the significant drop in sales during July and August, consider targeted promotions or marketing campaigns during the summer months to boost sales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Put your attention on increasing Office Supplies' profitability by looking at ways to cut costs or by improving pricing to boost its profit margin.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take advantage of the high-margin furniture category's high profitability, think about growing it as well.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03940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B0F890C-A57A-4683-939C-EE2E5046D21F}" vid="{8DA1CF56-3677-4C68-A7E5-963B64770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72</TotalTime>
  <Words>439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Theme1</vt:lpstr>
      <vt:lpstr>Supermarket Analysis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Supermarket Analysis </dc:title>
  <dc:creator>acer</dc:creator>
  <cp:lastModifiedBy>acer</cp:lastModifiedBy>
  <cp:revision>2</cp:revision>
  <dcterms:created xsi:type="dcterms:W3CDTF">2024-12-27T12:11:31Z</dcterms:created>
  <dcterms:modified xsi:type="dcterms:W3CDTF">2024-12-27T13:23:36Z</dcterms:modified>
</cp:coreProperties>
</file>