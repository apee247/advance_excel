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1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62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30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8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89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96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2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40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461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76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464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054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00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8832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124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872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26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F1AC041-51F4-4B76-A4BD-3DA1EC6FE302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1C2F89-382C-4F7E-8569-FBB4800CB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179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CCE0A4-8DF1-4C86-B3A4-647DA3965E77}"/>
              </a:ext>
            </a:extLst>
          </p:cNvPr>
          <p:cNvSpPr txBox="1"/>
          <p:nvPr/>
        </p:nvSpPr>
        <p:spPr>
          <a:xfrm>
            <a:off x="1704512" y="2485171"/>
            <a:ext cx="77768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 of Consumer Behavior of Bike Buyers </a:t>
            </a:r>
            <a:endParaRPr lang="en-IN" sz="3200" b="1" dirty="0">
              <a:solidFill>
                <a:schemeClr val="accent5">
                  <a:lumMod val="20000"/>
                  <a:lumOff val="8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844B5AB-5160-46E8-BBB9-E5735B3F8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of Bicycle Purchasers' Consumer Behavior 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17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1942D7-5C02-439E-9FC4-C7C556AAC0C1}"/>
              </a:ext>
            </a:extLst>
          </p:cNvPr>
          <p:cNvSpPr txBox="1"/>
          <p:nvPr/>
        </p:nvSpPr>
        <p:spPr>
          <a:xfrm>
            <a:off x="1066800" y="727969"/>
            <a:ext cx="10058400" cy="4471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Objective:</a:t>
            </a:r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To identify key factors influencing bike purchases across customer segments, optimize marketing strategies, and tailor product offerings to increase sales and expand customer reach effectively.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𝗦𝗸𝗶𝗹𝗹𝘀 𝗔𝗰𝗾𝘂𝗶𝗿𝗲𝗱: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🔹𝗗𝗮𝘁𝗮 𝗖𝗹𝗲𝗮𝗻𝗶𝗻𝗴: Power Query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🔹𝗗𝗮𝘁𝗮 𝗠𝗼𝗱𝗲𝗹𝗶𝗻𝗴: Power Pivot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🔹𝗔𝗱𝘃𝗮𝗻𝗰𝗲𝗱 𝗘𝘅𝗰𝗲𝗹: VLOOKUP, XLOOKUP, INDEX MATCH, if formula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🔹𝗗𝗮𝘁𝗮 𝗔𝗻𝗮𝗹𝘆𝘀𝗶𝘀: Focused on consumer analysis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🔹𝗥𝗲𝗽𝗼𝗿𝘁 𝗖𝗿𝗲𝗮𝘁𝗶𝗼𝗻: Built user-friendly and interactive reports</a:t>
            </a:r>
          </a:p>
          <a:p>
            <a:pPr>
              <a:lnSpc>
                <a:spcPct val="150000"/>
              </a:lnSpc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71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738971-8285-4B81-A755-493293090316}"/>
              </a:ext>
            </a:extLst>
          </p:cNvPr>
          <p:cNvSpPr txBox="1"/>
          <p:nvPr/>
        </p:nvSpPr>
        <p:spPr>
          <a:xfrm>
            <a:off x="6294269" y="213063"/>
            <a:ext cx="5557421" cy="6437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b="1" dirty="0">
                <a:solidFill>
                  <a:srgbClr val="92D05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Insights:</a:t>
            </a:r>
            <a:endParaRPr lang="en-IN" b="1" dirty="0">
              <a:solidFill>
                <a:srgbClr val="92D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average, women who bought bikes make somewhat more ($40,000) than those who didn't ($39,375).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compared to women, men who bought bikes make less money ($35,294) than those who didn't ($40,000).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buying a bike, proximity is important; 86 out of 169 buyers (50.9%) reside 0–1 miles from the store.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fewer purchases as the distance rises. There were just 12 purchases from clients who lived more than ten miles away.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The majority of bike purchases—141 out of 169, or 83.4% of total purchases—are made by middle-aged consumers.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Old customers (21 purchases) and adults (7 purchases) have significantly lower purchase counts, indicating age preferences.</a:t>
            </a:r>
            <a:endParaRPr lang="en-IN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F8E15-B2B5-45C6-A2E9-CB1F4866C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3063"/>
            <a:ext cx="5817834" cy="614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6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44B71-0A96-4306-B9F9-231C20DF9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875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1E6D21-9818-4B1A-AD9E-6664AC2D7BD2}"/>
              </a:ext>
            </a:extLst>
          </p:cNvPr>
          <p:cNvSpPr txBox="1"/>
          <p:nvPr/>
        </p:nvSpPr>
        <p:spPr>
          <a:xfrm>
            <a:off x="1020932" y="674703"/>
            <a:ext cx="993411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Strengthen marketing campaigns targeting </a:t>
            </a:r>
            <a:r>
              <a:rPr lang="en-IN" sz="1600" b="1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middle-aged customers</a:t>
            </a:r>
            <a:r>
              <a:rPr lang="en-IN" sz="16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, as they represent the largest segment of bike buyers.</a:t>
            </a:r>
            <a:endParaRPr lang="en-IN" sz="16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Offer loyalty programs or personalized discounts to retain and engage this demographic.</a:t>
            </a:r>
            <a:endParaRPr lang="en-IN" sz="16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Enhance visibility in </a:t>
            </a:r>
            <a:r>
              <a:rPr lang="en-IN" sz="160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neighborhoods</a:t>
            </a: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within </a:t>
            </a:r>
            <a:r>
              <a:rPr lang="en-IN" sz="16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5 miles of the store</a:t>
            </a: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as the majority of purchases come from this range.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For customers living </a:t>
            </a:r>
            <a:r>
              <a:rPr lang="en-IN" sz="1600" b="1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more than 5 miles away</a:t>
            </a:r>
            <a:r>
              <a:rPr lang="en-IN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, introduce delivery options, financing plans, or travel-based incentives to overcome the distance barrier.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Engage older customers and adults through targeted promotions (e.g., health benefits of biking for seniors or discounts for young professionals).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Use the insights from proximity and income to tailor messaging for these underperforming age groups.</a:t>
            </a:r>
            <a:endParaRPr lang="en-IN" sz="16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88439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46</TotalTime>
  <Words>343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Century Gothic</vt:lpstr>
      <vt:lpstr>Segoe UI</vt:lpstr>
      <vt:lpstr>Symbol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2</cp:revision>
  <dcterms:created xsi:type="dcterms:W3CDTF">2024-12-17T10:09:51Z</dcterms:created>
  <dcterms:modified xsi:type="dcterms:W3CDTF">2024-12-23T13:01:48Z</dcterms:modified>
</cp:coreProperties>
</file>